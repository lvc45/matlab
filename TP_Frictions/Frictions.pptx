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471" r:id="rId2"/>
    <p:sldId id="473" r:id="rId3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02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138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3-06-05T19:19:56.756"/>
    </inkml:context>
    <inkml:brush xml:id="br0">
      <inkml:brushProperty name="width" value="0.05" units="cm"/>
      <inkml:brushProperty name="height" value="0.05" units="cm"/>
      <inkml:brushProperty name="fitToCurve" value="1"/>
    </inkml:brush>
  </inkml:definitions>
  <inkml:trace contextRef="#ctx0" brushRef="#br0">3 0 11 0,'0'0'14'15,"0"0"-1"-15,0 0 2 16,0 0-5-16,0 0 2 16,0 0 5-16,0 0 2 15,0 0 4-15,0 3-3 0,0-3-7 16,0 0 1-16,0 0 3 15,0 0 3-15,0 0 5 16,0 0 3-16,0 0 9 16,0 0-2-16,0 0-1 15,0 0-5-15,0 0-6 16,0 0 3-16,0 0-3 16,0 0 0-16,0 0-5 15,0 0 1-15,0 0-5 16,0 0 2-16,0 0-5 15,0 0-3-15,0 0-1 16,0 0 0-16,0 0 1 0,0 0-1 16,0 1 5-1,0-1-3-15,-3 0-5 0,3 0 0 16,0 3-1-16,0-3-2 16,0 0 1-16,0 1-2 15,0-1 2-15,0 0-2 16,0 0-3-16,0 0 3 15,0 0-7-15,0 0-29 16,0 0-63-16,0 0-67 16,0 0-39-16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3-06-05T19:17:50.258"/>
    </inkml:context>
    <inkml:brush xml:id="br0">
      <inkml:brushProperty name="width" value="0.05" units="cm"/>
      <inkml:brushProperty name="height" value="0.05" units="cm"/>
      <inkml:brushProperty name="fitToCurve" value="1"/>
    </inkml:brush>
  </inkml:definitions>
  <inkml:trace contextRef="#ctx0" brushRef="#br0">20504 5918 214 0,'0'0'0'0</inkml:trace>
  <inkml:trace contextRef="#ctx0" brushRef="#br0" timeOffset="4964">23428 11677 779 0,'0'0'120'15,"0"0"-120"-15,0 0-13 16,0 0-7-16,0 0-101 15,0 0-286-15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3-06-06T08:35:14.224"/>
    </inkml:context>
    <inkml:brush xml:id="br0">
      <inkml:brushProperty name="width" value="0.05" units="cm"/>
      <inkml:brushProperty name="height" value="0.05" units="cm"/>
      <inkml:brushProperty name="fitToCurve" value="1"/>
    </inkml:brush>
  </inkml:definitions>
  <inkml:trace contextRef="#ctx0" brushRef="#br0">5788 5048 608 0,'0'0'77'0,"0"0"-77"15,0 0-32-15,0 0 1 16,0 0-100-16,0 0-79 15,142 97-66-15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3-06-06T09:27:02.264"/>
    </inkml:context>
    <inkml:brush xml:id="br0">
      <inkml:brushProperty name="width" value="0.05" units="cm"/>
      <inkml:brushProperty name="height" value="0.05" units="cm"/>
      <inkml:brushProperty name="fitToCurve" value="1"/>
    </inkml:brush>
  </inkml:definitions>
  <inkml:trace contextRef="#ctx0" brushRef="#br0">0 0 197 0,'0'0'79'0,"0"0"-79"0,0 0-31 16,0 0 17-16,0 0 13 15,0 0 1-15,61 53 0 16,-53-34 0-16,-5 4 0 16,2 1-2-16,-5-12-98 15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05197E-3FAF-4EA9-99AB-C250DA64D4DE}" type="datetime1">
              <a:rPr lang="fr-FR" smtClean="0"/>
              <a:t>26/10/2025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b="1" dirty="0"/>
              <a:t>Simulation Multi-Physique</a:t>
            </a:r>
          </a:p>
          <a:p>
            <a:endParaRPr lang="fr-F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753312" y="6492875"/>
            <a:ext cx="1312025" cy="365125"/>
          </a:xfrm>
        </p:spPr>
        <p:txBody>
          <a:bodyPr/>
          <a:lstStyle/>
          <a:p>
            <a:fld id="{CE77FE97-5C63-4526-B1D1-B99F1D07D2C5}" type="slidenum">
              <a:rPr lang="fr-FR" smtClean="0"/>
              <a:t>‹N°›</a:t>
            </a:fld>
            <a:endParaRPr lang="fr-FR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327461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3CC282-77A9-4842-A632-F345EFF98489}" type="datetime1">
              <a:rPr lang="fr-FR" smtClean="0"/>
              <a:t>26/10/2025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77FE97-5C63-4526-B1D1-B99F1D07D2C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831591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Titre de secti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CDE1D6-0327-4B8D-B625-C5AC0291232E}" type="datetime1">
              <a:rPr lang="fr-FR" smtClean="0"/>
              <a:t>26/10/2025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77FE97-5C63-4526-B1D1-B99F1D07D2C5}" type="slidenum">
              <a:rPr lang="fr-FR" smtClean="0"/>
              <a:t>‹N°›</a:t>
            </a:fld>
            <a:endParaRPr lang="fr-FR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659257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3197F3-A8BF-4AF5-AD9F-BDDE581A45FE}" type="datetime1">
              <a:rPr lang="fr-FR" smtClean="0"/>
              <a:t>26/10/2025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77FE97-5C63-4526-B1D1-B99F1D07D2C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693307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747769-7EF0-4834-B108-4C14492FF21B}" type="datetime1">
              <a:rPr lang="fr-FR" smtClean="0"/>
              <a:t>26/10/2025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77FE97-5C63-4526-B1D1-B99F1D07D2C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385339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286604"/>
            <a:ext cx="10058400" cy="706928"/>
          </a:xfrm>
        </p:spPr>
        <p:txBody>
          <a:bodyPr/>
          <a:lstStyle/>
          <a:p>
            <a:r>
              <a:rPr lang="fr-FR" dirty="0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E609BD-C907-4895-8F5B-92F4F6BAB0BA}" type="datetime1">
              <a:rPr lang="fr-FR" smtClean="0"/>
              <a:t>26/10/2025</a:t>
            </a:fld>
            <a:endParaRPr lang="fr-F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77FE97-5C63-4526-B1D1-B99F1D07D2C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581800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576060"/>
            <a:ext cx="12188825" cy="28193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3825" y="65347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B04CC2-BE25-40A7-A2C6-9214B9B9F7D2}" type="datetime1">
              <a:rPr lang="fr-FR" smtClean="0"/>
              <a:t>26/10/2025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666827" y="6608531"/>
            <a:ext cx="4855199" cy="171140"/>
          </a:xfrm>
        </p:spPr>
        <p:txBody>
          <a:bodyPr/>
          <a:lstStyle>
            <a:lvl1pPr>
              <a:defRPr sz="1050" b="1">
                <a:solidFill>
                  <a:srgbClr val="FFFFFF"/>
                </a:solidFill>
              </a:defRPr>
            </a:lvl1pPr>
          </a:lstStyle>
          <a:p>
            <a:r>
              <a:rPr lang="fr-FR" dirty="0"/>
              <a:t>Simulation Multi-Physique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77FE97-5C63-4526-B1D1-B99F1D07D2C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643039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D0A1EDBB-065B-4375-A08C-FFD852EA6FDE}" type="datetime1">
              <a:rPr lang="fr-FR" smtClean="0"/>
              <a:t>26/10/2025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E77FE97-5C63-4526-B1D1-B99F1D07D2C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582427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9E9B24-85E3-4C24-9A0F-A0171FFC497A}" type="datetime1">
              <a:rPr lang="fr-FR" smtClean="0"/>
              <a:t>26/10/2025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77FE97-5C63-4526-B1D1-B99F1D07D2C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36585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7C7693-6E84-48B4-9D92-084ADE246D34}" type="datetime1">
              <a:rPr lang="fr-FR" smtClean="0"/>
              <a:t>26/10/2025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77FE97-5C63-4526-B1D1-B99F1D07D2C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443276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318A59-2B8B-40E5-9DAB-FE217B448909}" type="datetime1">
              <a:rPr lang="fr-FR" smtClean="0"/>
              <a:t>26/10/2025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77FE97-5C63-4526-B1D1-B99F1D07D2C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113364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571396"/>
            <a:ext cx="12192000" cy="28660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508611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5C155CF1-6967-442C-BC6D-0560BEFB6D20}" type="datetime1">
              <a:rPr lang="fr-FR" smtClean="0"/>
              <a:t>26/10/2025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fr-F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86258" y="6541610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 b="1">
                <a:solidFill>
                  <a:srgbClr val="FFFFFF"/>
                </a:solidFill>
              </a:defRPr>
            </a:lvl1pPr>
          </a:lstStyle>
          <a:p>
            <a:fld id="{CE77FE97-5C63-4526-B1D1-B99F1D07D2C5}" type="slidenum">
              <a:rPr lang="fr-FR" smtClean="0"/>
              <a:pPr/>
              <a:t>‹N°›</a:t>
            </a:fld>
            <a:endParaRPr lang="fr-FR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950494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0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0.png"/><Relationship Id="rId21" Type="http://schemas.openxmlformats.org/officeDocument/2006/relationships/image" Target="../media/image97.png"/><Relationship Id="rId2" Type="http://schemas.openxmlformats.org/officeDocument/2006/relationships/customXml" Target="../ink/ink2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4.xml"/><Relationship Id="rId5" Type="http://schemas.openxmlformats.org/officeDocument/2006/relationships/image" Target="../media/image862.png"/><Relationship Id="rId23" Type="http://schemas.openxmlformats.org/officeDocument/2006/relationships/image" Target="../media/image3.png"/><Relationship Id="rId4" Type="http://schemas.openxmlformats.org/officeDocument/2006/relationships/customXml" Target="../ink/ink3.xml"/><Relationship Id="rId2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pied de page 1">
            <a:extLst>
              <a:ext uri="{FF2B5EF4-FFF2-40B4-BE49-F238E27FC236}">
                <a16:creationId xmlns:a16="http://schemas.microsoft.com/office/drawing/2014/main" id="{FAA4915C-D49F-4B83-8CA8-4791B8B89A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50" b="1" i="0" u="none" strike="noStrike" kern="1200" cap="all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Simulation Multi-Physique</a:t>
            </a: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AE2F8E13-97D1-443A-98F2-7408639422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E77FE97-5C63-4526-B1D1-B99F1D07D2C5}" type="slidenum">
              <a:rPr kumimoji="0" lang="fr-FR" sz="2000" b="1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fr-FR" sz="2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3AD7FB35-D314-443E-9A46-EF44C36F5083}"/>
              </a:ext>
            </a:extLst>
          </p:cNvPr>
          <p:cNvSpPr txBox="1"/>
          <p:nvPr/>
        </p:nvSpPr>
        <p:spPr>
          <a:xfrm>
            <a:off x="0" y="35515"/>
            <a:ext cx="12192000" cy="46166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Getting</a:t>
            </a: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fr-FR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started</a:t>
            </a: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 Example friction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817097CF-C1AB-6DFC-C212-FDFD897CDEA0}"/>
              </a:ext>
            </a:extLst>
          </p:cNvPr>
          <p:cNvSpPr txBox="1"/>
          <p:nvPr/>
        </p:nvSpPr>
        <p:spPr>
          <a:xfrm>
            <a:off x="3393763" y="2076413"/>
            <a:ext cx="7689477" cy="212365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4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Modeling friction </a:t>
            </a:r>
          </a:p>
          <a:p>
            <a:pPr marL="571500" marR="0" lvl="0" indent="-5715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kumimoji="0" lang="fr-FR" sz="4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Coulomb friction (dry friction)</a:t>
            </a:r>
          </a:p>
          <a:p>
            <a:pPr marL="571500" marR="0" lvl="0" indent="-5715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kumimoji="0" lang="fr-FR" sz="4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viscous</a:t>
            </a:r>
            <a:r>
              <a:rPr kumimoji="0" lang="fr-FR" sz="4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friction 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3" name="Encre 32">
                <a:extLst>
                  <a:ext uri="{FF2B5EF4-FFF2-40B4-BE49-F238E27FC236}">
                    <a16:creationId xmlns:a16="http://schemas.microsoft.com/office/drawing/2014/main" id="{A732E7BE-8773-16C2-9322-8F2DE8E4F18F}"/>
                  </a:ext>
                </a:extLst>
              </p14:cNvPr>
              <p14:cNvContentPartPr/>
              <p14:nvPr/>
            </p14:nvContentPartPr>
            <p14:xfrm>
              <a:off x="4727263" y="3188211"/>
              <a:ext cx="1440" cy="3240"/>
            </p14:xfrm>
          </p:contentPart>
        </mc:Choice>
        <mc:Fallback xmlns="">
          <p:pic>
            <p:nvPicPr>
              <p:cNvPr id="33" name="Encre 32">
                <a:extLst>
                  <a:ext uri="{FF2B5EF4-FFF2-40B4-BE49-F238E27FC236}">
                    <a16:creationId xmlns:a16="http://schemas.microsoft.com/office/drawing/2014/main" id="{A732E7BE-8773-16C2-9322-8F2DE8E4F18F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718263" y="3179211"/>
                <a:ext cx="19080" cy="208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2731871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pied de page 1">
            <a:extLst>
              <a:ext uri="{FF2B5EF4-FFF2-40B4-BE49-F238E27FC236}">
                <a16:creationId xmlns:a16="http://schemas.microsoft.com/office/drawing/2014/main" id="{FAA4915C-D49F-4B83-8CA8-4791B8B89A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50" b="1" i="0" u="none" strike="noStrike" kern="1200" cap="all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Simulation Multi-Physique</a:t>
            </a: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AE2F8E13-97D1-443A-98F2-7408639422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E77FE97-5C63-4526-B1D1-B99F1D07D2C5}" type="slidenum">
              <a:rPr kumimoji="0" lang="fr-FR" sz="2000" b="1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fr-FR" sz="2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3AD7FB35-D314-443E-9A46-EF44C36F5083}"/>
              </a:ext>
            </a:extLst>
          </p:cNvPr>
          <p:cNvSpPr txBox="1"/>
          <p:nvPr/>
        </p:nvSpPr>
        <p:spPr>
          <a:xfrm>
            <a:off x="0" y="35515"/>
            <a:ext cx="12192000" cy="46166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Getting</a:t>
            </a: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fr-FR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started</a:t>
            </a: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 Example friction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817097CF-C1AB-6DFC-C212-FDFD897CDEA0}"/>
              </a:ext>
            </a:extLst>
          </p:cNvPr>
          <p:cNvSpPr txBox="1"/>
          <p:nvPr/>
        </p:nvSpPr>
        <p:spPr>
          <a:xfrm>
            <a:off x="363894" y="783772"/>
            <a:ext cx="11534389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Create a block that takes a velocity as input and outputs :</a:t>
            </a:r>
            <a:endParaRPr kumimoji="0" lang="fr-FR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 dry friction force with constant amplitude and direction opposite to the velocity </a:t>
            </a:r>
            <a:endParaRPr kumimoji="0" lang="fr-FR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 viscous friction force proportional to the velocity and acting in the direction opposite to the velocity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69" name="Encre 168">
                <a:extLst>
                  <a:ext uri="{FF2B5EF4-FFF2-40B4-BE49-F238E27FC236}">
                    <a16:creationId xmlns:a16="http://schemas.microsoft.com/office/drawing/2014/main" id="{D232596B-AFC8-447D-5F58-6C5599FD9785}"/>
                  </a:ext>
                </a:extLst>
              </p14:cNvPr>
              <p14:cNvContentPartPr/>
              <p14:nvPr/>
            </p14:nvContentPartPr>
            <p14:xfrm>
              <a:off x="7790863" y="4100811"/>
              <a:ext cx="1053000" cy="2073600"/>
            </p14:xfrm>
          </p:contentPart>
        </mc:Choice>
        <mc:Fallback xmlns="">
          <p:pic>
            <p:nvPicPr>
              <p:cNvPr id="169" name="Encre 168">
                <a:extLst>
                  <a:ext uri="{FF2B5EF4-FFF2-40B4-BE49-F238E27FC236}">
                    <a16:creationId xmlns:a16="http://schemas.microsoft.com/office/drawing/2014/main" id="{D232596B-AFC8-447D-5F58-6C5599FD9785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781863" y="4091811"/>
                <a:ext cx="1070640" cy="2091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35" name="Encre 34">
                <a:extLst>
                  <a:ext uri="{FF2B5EF4-FFF2-40B4-BE49-F238E27FC236}">
                    <a16:creationId xmlns:a16="http://schemas.microsoft.com/office/drawing/2014/main" id="{0CB11FB3-D7C3-9DC3-110B-7ED35AAAEAF8}"/>
                  </a:ext>
                </a:extLst>
              </p14:cNvPr>
              <p14:cNvContentPartPr/>
              <p14:nvPr/>
            </p14:nvContentPartPr>
            <p14:xfrm>
              <a:off x="9547980" y="4195080"/>
              <a:ext cx="51480" cy="35280"/>
            </p14:xfrm>
          </p:contentPart>
        </mc:Choice>
        <mc:Fallback xmlns="">
          <p:pic>
            <p:nvPicPr>
              <p:cNvPr id="35" name="Encre 34">
                <a:extLst>
                  <a:ext uri="{FF2B5EF4-FFF2-40B4-BE49-F238E27FC236}">
                    <a16:creationId xmlns:a16="http://schemas.microsoft.com/office/drawing/2014/main" id="{0CB11FB3-D7C3-9DC3-110B-7ED35AAAEAF8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9538980" y="4186080"/>
                <a:ext cx="69120" cy="52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65" name="Encre 164">
                <a:extLst>
                  <a:ext uri="{FF2B5EF4-FFF2-40B4-BE49-F238E27FC236}">
                    <a16:creationId xmlns:a16="http://schemas.microsoft.com/office/drawing/2014/main" id="{0E222672-F30A-3929-F72D-FD242A6A52A1}"/>
                  </a:ext>
                </a:extLst>
              </p14:cNvPr>
              <p14:cNvContentPartPr/>
              <p14:nvPr/>
            </p14:nvContentPartPr>
            <p14:xfrm>
              <a:off x="8179166" y="4317531"/>
              <a:ext cx="28080" cy="47520"/>
            </p14:xfrm>
          </p:contentPart>
        </mc:Choice>
        <mc:Fallback xmlns="">
          <p:pic>
            <p:nvPicPr>
              <p:cNvPr id="165" name="Encre 164">
                <a:extLst>
                  <a:ext uri="{FF2B5EF4-FFF2-40B4-BE49-F238E27FC236}">
                    <a16:creationId xmlns:a16="http://schemas.microsoft.com/office/drawing/2014/main" id="{0E222672-F30A-3929-F72D-FD242A6A52A1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8170166" y="4308531"/>
                <a:ext cx="45720" cy="65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ZoneTexte 3"/>
              <p:cNvSpPr txBox="1"/>
              <p:nvPr/>
            </p:nvSpPr>
            <p:spPr>
              <a:xfrm>
                <a:off x="4314758" y="1567697"/>
                <a:ext cx="4225067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fr-FR" sz="2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𝐹</m:t>
                      </m:r>
                      <m:r>
                        <a:rPr kumimoji="0" lang="fr-FR" sz="2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_</m:t>
                      </m:r>
                      <m:func>
                        <m:funcPr>
                          <m:ctrlPr>
                            <a:rPr kumimoji="0" lang="fr-FR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kumimoji="0" lang="fr-FR" sz="2400" b="0" i="0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dry</m:t>
                          </m:r>
                        </m:fName>
                        <m:e>
                          <m:r>
                            <a:rPr kumimoji="0" lang="fr-FR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=−</m:t>
                          </m:r>
                          <m:r>
                            <a:rPr kumimoji="0" lang="fr-FR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𝑐𝑡𝑒</m:t>
                          </m:r>
                          <m:r>
                            <a:rPr kumimoji="0" lang="fr-FR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1.</m:t>
                          </m:r>
                          <m:r>
                            <a:rPr kumimoji="0" lang="fr-FR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𝑠𝑖𝑔𝑛</m:t>
                          </m:r>
                          <m:r>
                            <a:rPr kumimoji="0" lang="fr-FR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(</m:t>
                          </m:r>
                          <m:r>
                            <a:rPr kumimoji="0" lang="fr-FR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𝑉𝑒𝑙𝑜𝑐𝑖𝑡𝑦</m:t>
                          </m:r>
                          <m:r>
                            <a:rPr kumimoji="0" lang="fr-FR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)</m:t>
                          </m:r>
                        </m:e>
                      </m:func>
                    </m:oMath>
                  </m:oMathPara>
                </a14:m>
                <a:endPara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>
          <p:sp>
            <p:nvSpPr>
              <p:cNvPr id="4" name="ZoneTexte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14758" y="1567697"/>
                <a:ext cx="4225067" cy="369332"/>
              </a:xfrm>
              <a:prstGeom prst="rect">
                <a:avLst/>
              </a:prstGeom>
              <a:blipFill>
                <a:blip r:embed="rId22"/>
                <a:stretch>
                  <a:fillRect l="-1299" r="-2020" b="-344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7" name="ZoneTexte 16"/>
              <p:cNvSpPr txBox="1"/>
              <p:nvPr/>
            </p:nvSpPr>
            <p:spPr>
              <a:xfrm>
                <a:off x="4314758" y="3090285"/>
                <a:ext cx="3486916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fr-FR" sz="2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𝐹</m:t>
                      </m:r>
                      <m:r>
                        <a:rPr kumimoji="0" lang="fr-FR" sz="2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_</m:t>
                      </m:r>
                      <m:func>
                        <m:funcPr>
                          <m:ctrlPr>
                            <a:rPr kumimoji="0" lang="fr-FR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funcPr>
                        <m:fName>
                          <m:r>
                            <a:rPr kumimoji="0" lang="fr-FR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𝑣𝑖𝑠𝑞</m:t>
                          </m:r>
                        </m:fName>
                        <m:e>
                          <m:r>
                            <a:rPr kumimoji="0" lang="fr-FR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=−</m:t>
                          </m:r>
                          <m:r>
                            <a:rPr kumimoji="0" lang="fr-FR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𝑐𝑡𝑒</m:t>
                          </m:r>
                          <m:r>
                            <a:rPr kumimoji="0" lang="fr-FR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2.</m:t>
                          </m:r>
                          <m:r>
                            <a:rPr kumimoji="0" lang="fr-FR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𝑉𝑒𝑙𝑜𝑐𝑖𝑡𝑦</m:t>
                          </m:r>
                        </m:e>
                      </m:func>
                    </m:oMath>
                  </m:oMathPara>
                </a14:m>
                <a:endPara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>
          <p:sp>
            <p:nvSpPr>
              <p:cNvPr id="17" name="ZoneTexte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14758" y="3090285"/>
                <a:ext cx="3486916" cy="369332"/>
              </a:xfrm>
              <a:prstGeom prst="rect">
                <a:avLst/>
              </a:prstGeom>
              <a:blipFill>
                <a:blip r:embed="rId23"/>
                <a:stretch>
                  <a:fillRect l="-1748" r="-2622" b="-3278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52938481"/>
      </p:ext>
    </p:extLst>
  </p:cSld>
  <p:clrMapOvr>
    <a:masterClrMapping/>
  </p:clrMapOvr>
</p:sld>
</file>

<file path=ppt/theme/theme1.xml><?xml version="1.0" encoding="utf-8"?>
<a:theme xmlns:a="http://schemas.openxmlformats.org/drawingml/2006/main" name="Rétrospectiv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Rétrospectiv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étrospective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75</Words>
  <Application>Microsoft Office PowerPoint</Application>
  <PresentationFormat>Grand écran</PresentationFormat>
  <Paragraphs>16</Paragraphs>
  <Slides>2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</vt:i4>
      </vt:variant>
    </vt:vector>
  </HeadingPairs>
  <TitlesOfParts>
    <vt:vector size="7" baseType="lpstr">
      <vt:lpstr>Arial</vt:lpstr>
      <vt:lpstr>Calibri</vt:lpstr>
      <vt:lpstr>Calibri Light</vt:lpstr>
      <vt:lpstr>Cambria Math</vt:lpstr>
      <vt:lpstr>Rétrospective</vt:lpstr>
      <vt:lpstr>Présentation PowerPoint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SLEIMAN Hussein</dc:creator>
  <cp:lastModifiedBy>SLEIMAN Hussein</cp:lastModifiedBy>
  <cp:revision>1</cp:revision>
  <dcterms:created xsi:type="dcterms:W3CDTF">2025-10-26T19:50:08Z</dcterms:created>
  <dcterms:modified xsi:type="dcterms:W3CDTF">2025-10-26T19:50:35Z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9e3fe282-78a3-46c2-a95b-f1092c13d694_Enabled">
    <vt:lpwstr>true</vt:lpwstr>
  </property>
  <property fmtid="{D5CDD505-2E9C-101B-9397-08002B2CF9AE}" pid="3" name="MSIP_Label_9e3fe282-78a3-46c2-a95b-f1092c13d694_SetDate">
    <vt:lpwstr>2025-10-26T19:50:23Z</vt:lpwstr>
  </property>
  <property fmtid="{D5CDD505-2E9C-101B-9397-08002B2CF9AE}" pid="4" name="MSIP_Label_9e3fe282-78a3-46c2-a95b-f1092c13d694_Method">
    <vt:lpwstr>Privileged</vt:lpwstr>
  </property>
  <property fmtid="{D5CDD505-2E9C-101B-9397-08002B2CF9AE}" pid="5" name="MSIP_Label_9e3fe282-78a3-46c2-a95b-f1092c13d694_Name">
    <vt:lpwstr>THALES-CORE-07</vt:lpwstr>
  </property>
  <property fmtid="{D5CDD505-2E9C-101B-9397-08002B2CF9AE}" pid="6" name="MSIP_Label_9e3fe282-78a3-46c2-a95b-f1092c13d694_SiteId">
    <vt:lpwstr>6e603289-5e46-4e26-ac7c-03a85420a9a5</vt:lpwstr>
  </property>
  <property fmtid="{D5CDD505-2E9C-101B-9397-08002B2CF9AE}" pid="7" name="MSIP_Label_9e3fe282-78a3-46c2-a95b-f1092c13d694_ActionId">
    <vt:lpwstr>e1821fd7-dc8a-4087-b3dd-1ff8fe454134</vt:lpwstr>
  </property>
  <property fmtid="{D5CDD505-2E9C-101B-9397-08002B2CF9AE}" pid="8" name="MSIP_Label_9e3fe282-78a3-46c2-a95b-f1092c13d694_ContentBits">
    <vt:lpwstr>0</vt:lpwstr>
  </property>
  <property fmtid="{D5CDD505-2E9C-101B-9397-08002B2CF9AE}" pid="9" name="Thales-Sensitivity">
    <vt:lpwstr>{TGOPEN-UM}</vt:lpwstr>
  </property>
</Properties>
</file>